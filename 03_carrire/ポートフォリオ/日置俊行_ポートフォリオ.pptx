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2103120"/>
            <a:ext cx="3657600" cy="36576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47120" y="-1463040"/>
            <a:ext cx="2377440" cy="237744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0" y="-1005840"/>
            <a:ext cx="1463040" cy="146304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日置　俊行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Toshiyuki Hioki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コンサル ／ 社内SE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22452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経営と現場をつなぐ、DX・AI推進パートナー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172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拠点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経歴サマリー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プロジェクトマネジメント歴11年。業種を越えて要件定義〜現場実装まで一気通貫で担当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8059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05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2013–2022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29000" y="169164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大手自動車部品メーカーで設計開発・DX推進(業務改善・システム構築)を担当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2432304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6014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014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48716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2487168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新規事業構想・地域活性化プロジェクトのコンサルティングに参画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4400" y="3227832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3969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3969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28269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282696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大手通信キャリアグループでDXプロジェクト推進・PM(業務委託)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14400" y="4023360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1925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1925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07822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2025前半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4078224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生成AI活用SaaS企業でプロダクト導入PM(業務委託)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14400" y="4818888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49880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9880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48737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2025年10月〜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29000" y="4873752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総合建設業(従業員10名規模)でDX・AI推進顧問として参画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14400" y="5614416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7835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783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17320" y="56692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2026年8月〜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29000" y="566928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個人事業主として複数社への伴走支援を開始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現在の活動：複数社を伴走支援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2026年8月より個人事業主として、業種の異なる複数のクライアントに並行して伴走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7492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96596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16712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9718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総合建設業（従業員10名規模）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4747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契約形態：業務委託／DX・AI推進顧問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" y="3931920"/>
            <a:ext cx="4343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経営層・現場・バックオフィスの認識差を整理し、意思決定可能な資料へ落とし込み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SaaS横断の業務自動化、就業規則改定、ネットワーク整備を一気通貫で推進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1600200"/>
            <a:ext cx="507492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96596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2167128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29718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IT企業（業務効率化支援）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400800" y="34747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契約形態：スポットAIアドバイザー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931920"/>
            <a:ext cx="4343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Codex／Claude Code活用による業務効率化を支援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見積・原価計算システム等、社内システムの内製化を伴走支援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強みは「現場に入り込む」働き方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Deployed Engineer（FDE）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顧客の現場に入り込み、要件定義から導入定着・運用まで一気通貫で担う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461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認識差を構造化し、意思決定可能な資料・手順へ落とし込む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22860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4688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32461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343400" y="388620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紙・Excel・チャット・SaaSに分断された業務フローを再設計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22860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4688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46720" y="32461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AIによるナレッジ化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046720" y="388620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Claude Code／Codexで意思決定の背景・経緯をドキュメント化し属人化を防止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2743200" cy="27432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188720" y="-1188720"/>
            <a:ext cx="1828800" cy="182880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887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今後の展望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複数の企業に伴走しながら、AI活用による現場の意思決定・業務プロセス変革を支援していきます。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2461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業種を問わず、経営と現場の間で立ち止まっている課題に、これからも向き合っていきたいと思います。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｜　hioguitar0730@gmail.com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2026-08-20T08:18:17Z</dcterms:created>
  <dcterms:modified xsi:type="dcterms:W3CDTF">2026-08-20T08:18:17Z</dcterms:modified>
</cp:coreProperties>
</file>