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07040" y="-2103120"/>
            <a:ext cx="3657600" cy="3657600"/>
          </a:xfrm>
          <a:prstGeom prst="ellipse">
            <a:avLst/>
          </a:prstGeom>
          <a:ln w="15875">
            <a:solidFill>
              <a:srgbClr val="CADCFC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47120" y="-1463040"/>
            <a:ext cx="2377440" cy="2377440"/>
          </a:xfrm>
          <a:prstGeom prst="ellipse">
            <a:avLst/>
          </a:prstGeom>
          <a:ln w="15875">
            <a:solidFill>
              <a:srgbClr val="CADCFC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04320" y="-1005840"/>
            <a:ext cx="1463040" cy="1463040"/>
          </a:xfrm>
          <a:prstGeom prst="ellipse">
            <a:avLst/>
          </a:prstGeom>
          <a:ln w="15875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33172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日置　俊行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41248" y="32004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Toshiyuki Hioki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7033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コンサル ／ 社内SE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4224528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経営と現場をつなぐ、DX・AI推進パートナー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6172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静岡県三島市　拠点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Connector 32"/>
          <p:cNvCxnSpPr/>
          <p:nvPr/>
        </p:nvCxnSpPr>
        <p:spPr>
          <a:xfrm>
            <a:off x="914400" y="2039112"/>
            <a:ext cx="0" cy="3977640"/>
          </a:xfrm>
          <a:prstGeom prst="line">
            <a:avLst/>
          </a:prstGeom>
          <a:ln w="19050">
            <a:solidFill>
              <a:srgbClr val="C9A227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 0"/>
          <p:cNvSpPr/>
          <p:nvPr/>
        </p:nvSpPr>
        <p:spPr>
          <a:xfrm>
            <a:off x="640080" y="411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経歴サマリー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プロジェクトマネジメント歴11年。業種を越えて要件定義〜現場実装まで一気通貫で担当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85800" y="18059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805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417320" y="169164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2013–2022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429000" y="1691640"/>
            <a:ext cx="8092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大手自動車部品メーカーで設計開発・DX推進(業務改善・システム構築)を担当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14400" y="2432304"/>
            <a:ext cx="1060704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85800" y="260146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85800" y="26014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2487168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2023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2487168"/>
            <a:ext cx="8092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新規事業構想・地域活性化プロジェクトのコンサルティングに参画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914400" y="3227832"/>
            <a:ext cx="1060704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85800" y="339699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33969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282696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2024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29000" y="3282696"/>
            <a:ext cx="8092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大手通信キャリアグループでDXプロジェクト推進・PM(業務委託)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914400" y="4023360"/>
            <a:ext cx="1060704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85800" y="419252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5800" y="41925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17320" y="4078224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2025前半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429000" y="4078224"/>
            <a:ext cx="8092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生成AI活用SaaS企業でプロダクト導入PM(業務委託)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914400" y="4818888"/>
            <a:ext cx="1060704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85800" y="498805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85800" y="49880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417320" y="4873752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2025年10月〜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429000" y="4873752"/>
            <a:ext cx="8092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総合建設業(従業員10名規模)でDX・AI推進顧問として参画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914400" y="5614416"/>
            <a:ext cx="1060704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685800" y="5783580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85800" y="57835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417320" y="566928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2026年8月〜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429000" y="5669280"/>
            <a:ext cx="8092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個人事業主として複数社への伴走支援を開始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現在の活動：複数社を伴走支援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2026年8月より個人事業主として、業種の異なる複数のクライアントに並行して伴走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07492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1A1A2E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196596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167128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297180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総合建設業（従業員10名規模）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05840" y="347472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22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契約形態：業務委託／DX・AI推進顧問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05840" y="3931920"/>
            <a:ext cx="4343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経営層・現場・バックオフィスの認識差を整理し、意思決定可能な資料へ落とし込み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SaaS横断の業務自動化、就業規則改定、ネットワーク整備を一気通貫で推進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35040" y="1600200"/>
            <a:ext cx="507492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1A1A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96596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68" y="2167128"/>
            <a:ext cx="420624" cy="42062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00800" y="297180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IT企業（業務効率化支援）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400800" y="347472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22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契約形態：スポットAIアドバイザー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400800" y="3931920"/>
            <a:ext cx="4343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Codex／Claude Code活用による業務効率化を支援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見積・原価計算システム等、社内システムの内製化を伴走支援</a:t>
            </a:r>
            <a:endParaRPr lang="en-US" sz="1300" dirty="0"/>
          </a:p>
        </p:txBody>
      </p:sp>
      <p:sp>
        <p:nvSpPr>
          <p:cNvPr id="16" name="Oval 15"/>
          <p:cNvSpPr/>
          <p:nvPr/>
        </p:nvSpPr>
        <p:spPr>
          <a:xfrm>
            <a:off x="10698480" y="5760720"/>
            <a:ext cx="2377440" cy="2377440"/>
          </a:xfrm>
          <a:prstGeom prst="ellipse">
            <a:avLst/>
          </a:prstGeom>
          <a:noFill/>
          <a:ln w="15875">
            <a:solidFill>
              <a:srgbClr val="1E2761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109960" y="6172200"/>
            <a:ext cx="1554480" cy="1554480"/>
          </a:xfrm>
          <a:prstGeom prst="ellipse">
            <a:avLst/>
          </a:prstGeom>
          <a:noFill/>
          <a:ln w="15875">
            <a:solidFill>
              <a:srgbClr val="C9A227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強みは「現場に入り込む」働き方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Forward Deployed Engineer（FDE）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顧客の現場に入り込み、要件定義から導入定着・運用まで一気通貫で担う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6888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24612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経営と現場をつなぐ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388620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認識差を構造化し、意思決定可能な資料・手順へ落とし込む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43400" y="228600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24688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343400" y="324612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SaaS横断の業務自動化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343400" y="388620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紙・Excel・チャット・SaaSに分断された業務フローを再設計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046720" y="228600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46888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046720" y="324612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AIによるナレッジ化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8046720" y="388620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Claude Code／Codexで意思決定の背景・経緯をドキュメント化し属人化を防止</a:t>
            </a:r>
            <a:endParaRPr lang="en-US" sz="1250" dirty="0"/>
          </a:p>
        </p:txBody>
      </p:sp>
      <p:sp>
        <p:nvSpPr>
          <p:cNvPr id="17" name="Chevron 16"/>
          <p:cNvSpPr/>
          <p:nvPr/>
        </p:nvSpPr>
        <p:spPr>
          <a:xfrm>
            <a:off x="2697480" y="2542032"/>
            <a:ext cx="502920" cy="256032"/>
          </a:xfrm>
          <a:prstGeom prst="chevron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6446520" y="2542032"/>
            <a:ext cx="502920" cy="256032"/>
          </a:xfrm>
          <a:prstGeom prst="chevron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98480" y="5760720"/>
            <a:ext cx="2377440" cy="2377440"/>
          </a:xfrm>
          <a:prstGeom prst="ellipse">
            <a:avLst/>
          </a:prstGeom>
          <a:noFill/>
          <a:ln w="15875">
            <a:solidFill>
              <a:srgbClr val="1E2761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109960" y="6172200"/>
            <a:ext cx="1554480" cy="1554480"/>
          </a:xfrm>
          <a:prstGeom prst="ellipse">
            <a:avLst/>
          </a:prstGeom>
          <a:noFill/>
          <a:ln w="15875">
            <a:solidFill>
              <a:srgbClr val="C9A227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2743200" cy="2743200"/>
          </a:xfrm>
          <a:prstGeom prst="ellipse">
            <a:avLst/>
          </a:prstGeom>
          <a:ln w="15875">
            <a:solidFill>
              <a:srgbClr val="CADCFC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188720" y="-1188720"/>
            <a:ext cx="1828800" cy="1828800"/>
          </a:xfrm>
          <a:prstGeom prst="ellipse">
            <a:avLst/>
          </a:prstGeom>
          <a:ln w="15875">
            <a:solidFill>
              <a:srgbClr val="C9A2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1887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今後の展望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41248" y="237744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複数の企業に伴走しながら、AI活用による現場の意思決定・業務プロセス変革を支援していきます。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41248" y="324612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業種を問わず、経営と現場の間で立ち止まっている課題に、これからも向き合っていきたいと思います。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静岡県三島市　｜　hioguitar0730@gmail.com</a:t>
            </a:r>
            <a:endParaRPr lang="en-US" sz="1200" dirty="0"/>
          </a:p>
        </p:txBody>
      </p:sp>
      <p:sp>
        <p:nvSpPr>
          <p:cNvPr id="8" name="Oval 7"/>
          <p:cNvSpPr/>
          <p:nvPr/>
        </p:nvSpPr>
        <p:spPr>
          <a:xfrm>
            <a:off x="9692640" y="5394960"/>
            <a:ext cx="3657600" cy="3657600"/>
          </a:xfrm>
          <a:prstGeom prst="ellipse">
            <a:avLst/>
          </a:prstGeom>
          <a:noFill/>
          <a:ln w="15875">
            <a:solidFill>
              <a:srgbClr val="CADCF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07040" y="5760720"/>
            <a:ext cx="2377440" cy="2377440"/>
          </a:xfrm>
          <a:prstGeom prst="ellipse">
            <a:avLst/>
          </a:prstGeom>
          <a:noFill/>
          <a:ln w="15875">
            <a:solidFill>
              <a:srgbClr val="CADCF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338559" y="5943600"/>
            <a:ext cx="1463040" cy="1463040"/>
          </a:xfrm>
          <a:prstGeom prst="ellipse">
            <a:avLst/>
          </a:prstGeom>
          <a:noFill/>
          <a:ln w="15875">
            <a:solidFill>
              <a:srgbClr val="C9A227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2026-08-20T08:18:17Z</dcterms:created>
  <dcterms:modified xsi:type="dcterms:W3CDTF">2026-08-20T08:18:17Z</dcterms:modified>
</cp:coreProperties>
</file>